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58"/>
  </p:normalViewPr>
  <p:slideViewPr>
    <p:cSldViewPr snapToGrid="0">
      <p:cViewPr varScale="1">
        <p:scale>
          <a:sx n="88" d="100"/>
          <a:sy n="88" d="100"/>
        </p:scale>
        <p:origin x="208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BA87A-1A19-193C-E265-A074426A3B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669A8-17BA-044F-ECA4-244D427D9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C76D9-505A-5AC3-371F-4D420741E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0A22-8AA9-F24B-8D1F-6D6F4F6E72BF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C7558-42AC-B282-3DC1-1C79E9912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35ACA-C5D6-489B-15E6-7273529E3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AEC9-609C-5642-8747-C1C8D5F4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9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42BC-92FE-D923-5B7F-F9D3A8D32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5827D-80D1-DEC8-1D3E-AAF13899F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3D3F1-7EFB-324D-D816-AAF1881B7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0A22-8AA9-F24B-8D1F-6D6F4F6E72BF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EBB3E-23BE-6ECA-B2F7-3EB7A8825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0A41D-D806-AC43-87E3-C0E9296C8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AEC9-609C-5642-8747-C1C8D5F4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9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655C-315F-954B-3E42-735F0B589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69007-2D1D-E2E6-C5E8-948D5AA00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451B6-C64C-8881-FD59-654BDD07F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0A22-8AA9-F24B-8D1F-6D6F4F6E72BF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AA3B-6E69-3234-13B8-9D46B1BB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1E6AC-0B43-7284-5D5D-1496FD69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AEC9-609C-5642-8747-C1C8D5F4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3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FE3CB-CEF9-595A-0E1E-012E151F4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0613E-4759-B54C-EE26-7C0CBB1AD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6C8934-9D37-FE3B-9C7E-B3C6C7D58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692EB-16D3-6B50-C03C-807FE105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0A22-8AA9-F24B-8D1F-6D6F4F6E72BF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DB10D-34B2-113D-1941-462BBA946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97F71-16DD-41E4-4CA2-0A6EFEE4B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AEC9-609C-5642-8747-C1C8D5F4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939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9F1D-A8CA-5BA5-8134-4C0730A00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BA824-E8A9-02A4-4BDE-F62F0936C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85BB1-E5C9-1CA3-4699-AF6A3141E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0259D-0566-5FE1-11FB-F018207066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9A6A6C-5BD4-44C5-406B-0BC0BCE98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1CB2E9-04FE-2281-4697-B2DC4951A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0A22-8AA9-F24B-8D1F-6D6F4F6E72BF}" type="datetimeFigureOut">
              <a:rPr lang="en-US" smtClean="0"/>
              <a:t>10/3/25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553E8-9A47-13A1-B916-FD2D9854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43EB2-D09A-F9A0-B100-3026AA6F5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AEC9-609C-5642-8747-C1C8D5F4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10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94D5D-B677-15CB-3C15-F95A3C796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9D67D1-E4EE-36E7-7DA5-F99BBCEEA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0A22-8AA9-F24B-8D1F-6D6F4F6E72BF}" type="datetimeFigureOut">
              <a:rPr lang="en-US" smtClean="0"/>
              <a:t>10/3/25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BE2EF-DEFF-9896-4D6A-9C188E22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75C1A5-A46D-CFAC-0493-46EFC3D99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AEC9-609C-5642-8747-C1C8D5F4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56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98FFAF-6979-2FF4-A3CB-57259C166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0A22-8AA9-F24B-8D1F-6D6F4F6E72BF}" type="datetimeFigureOut">
              <a:rPr lang="en-US" smtClean="0"/>
              <a:t>10/3/25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04FACD-C335-A3D1-7735-32937E8CC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891E8-A2FB-E699-6C07-6DB27D74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AEC9-609C-5642-8747-C1C8D5F4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63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F97E0-59B8-5264-1F0E-1E452957A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4776A-0EAC-23C7-4F5A-57927F5B9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3818C-1282-38FC-FE89-ED110A509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9F586-18DC-505B-0DEB-5358BFE71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0A22-8AA9-F24B-8D1F-6D6F4F6E72BF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06689-9459-7376-5007-827260302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D91E8-15FB-5906-62DC-B5560968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AEC9-609C-5642-8747-C1C8D5F4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36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2EB7F-D25D-0597-2637-33DDB171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15FF88-17FC-68BA-B323-F793F4A1DD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27A4A-D21D-C4FD-C35C-88458EE19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25C56-9BA5-9B63-770B-2B6945191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0A22-8AA9-F24B-8D1F-6D6F4F6E72BF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2F862-C0B6-732E-3EE4-50CB0289E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E509F-9930-02F1-79C7-E10C25B5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AEC9-609C-5642-8747-C1C8D5F4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8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44ED4-F0DD-7210-5190-B3CBCBAE9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B6B07-4611-0258-B6ED-D42D39BF5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55D83-AF63-D5CA-8CEE-DE8DB79A2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0A22-8AA9-F24B-8D1F-6D6F4F6E72BF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C6A82-2BE9-541F-832F-0995192AC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6AC9D-C3C8-27ED-B141-3E4A660B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AEC9-609C-5642-8747-C1C8D5F4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49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87E45-3A3F-3237-AB7F-F89F787462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27E3C-52A5-89E4-C941-C83418EF4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79986-4702-601B-6801-624D99879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0A22-8AA9-F24B-8D1F-6D6F4F6E72BF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E17AE-367E-BA28-64F0-CA4EE008D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2A51F-9DAC-A967-479D-8691DECBE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AEC9-609C-5642-8747-C1C8D5F4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30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C422F2-B3AF-436E-F8E0-E1D52C61F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82B15-9DC8-0C7E-BBE2-EED8FDE31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C676C-08CA-5E67-8208-6416CABB5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9D0A22-8AA9-F24B-8D1F-6D6F4F6E72BF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9E185-80AB-CE14-4931-EEA999078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BCFB0-7F51-E896-8BB2-34797B27B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AAEC9-609C-5642-8747-C1C8D5F4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54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362285-79FC-79EA-8EBE-E44594AEC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161" y="1527191"/>
            <a:ext cx="5245401" cy="380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735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7AE9D-9740-1A34-8675-AC0BBFB58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C509C28-6E56-2931-944E-30BDDA34AEFB}"/>
              </a:ext>
            </a:extLst>
          </p:cNvPr>
          <p:cNvGrpSpPr/>
          <p:nvPr/>
        </p:nvGrpSpPr>
        <p:grpSpPr>
          <a:xfrm>
            <a:off x="3473299" y="1501885"/>
            <a:ext cx="5245401" cy="3854229"/>
            <a:chOff x="3473299" y="1501885"/>
            <a:chExt cx="5245401" cy="385422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B0F5C94-C3F9-34CB-7E3D-5BDF30548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73299" y="1501885"/>
              <a:ext cx="5245401" cy="3854229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E87653A-180E-4D05-4B60-7521443DBA80}"/>
                </a:ext>
              </a:extLst>
            </p:cNvPr>
            <p:cNvSpPr txBox="1"/>
            <p:nvPr/>
          </p:nvSpPr>
          <p:spPr>
            <a:xfrm>
              <a:off x="5107652" y="1843315"/>
              <a:ext cx="1113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 = |Ey/B|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5579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4F79B-4A82-4FD9-A496-7E971A60B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CDD7DB7-550B-AFD2-621A-32B00A9847CA}"/>
              </a:ext>
            </a:extLst>
          </p:cNvPr>
          <p:cNvGrpSpPr/>
          <p:nvPr/>
        </p:nvGrpSpPr>
        <p:grpSpPr>
          <a:xfrm>
            <a:off x="3497098" y="1501885"/>
            <a:ext cx="5197802" cy="3854229"/>
            <a:chOff x="3497098" y="1501885"/>
            <a:chExt cx="5197802" cy="385422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EB4FD1B-802D-505E-0EBD-30ED17814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97098" y="1501885"/>
              <a:ext cx="5197802" cy="3854229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F858C14-8AB4-2617-5C62-27A9C6A6AF3C}"/>
                </a:ext>
              </a:extLst>
            </p:cNvPr>
            <p:cNvSpPr txBox="1"/>
            <p:nvPr/>
          </p:nvSpPr>
          <p:spPr>
            <a:xfrm>
              <a:off x="5107652" y="1843315"/>
              <a:ext cx="1113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 &lt; |Ey/B|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697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5EF19-96A9-6B3B-D144-5CA283568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949FD89-B638-295E-B3E9-25550D83653C}"/>
              </a:ext>
            </a:extLst>
          </p:cNvPr>
          <p:cNvGrpSpPr/>
          <p:nvPr/>
        </p:nvGrpSpPr>
        <p:grpSpPr>
          <a:xfrm>
            <a:off x="3497099" y="1489820"/>
            <a:ext cx="5197802" cy="3878360"/>
            <a:chOff x="3497099" y="1489820"/>
            <a:chExt cx="5197802" cy="387836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62EA84F-3C6E-06C4-1D55-2AD800907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97099" y="1489820"/>
              <a:ext cx="5197802" cy="387836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D905281-2A1D-79B5-F344-14E5EA243C17}"/>
                </a:ext>
              </a:extLst>
            </p:cNvPr>
            <p:cNvSpPr txBox="1"/>
            <p:nvPr/>
          </p:nvSpPr>
          <p:spPr>
            <a:xfrm>
              <a:off x="4802853" y="1799772"/>
              <a:ext cx="1113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 &gt; |Ey/B|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2025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21</Words>
  <Application>Microsoft Macintosh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Villano, Anthony N</dc:creator>
  <cp:lastModifiedBy>Villano, Anthony N</cp:lastModifiedBy>
  <cp:revision>9</cp:revision>
  <dcterms:created xsi:type="dcterms:W3CDTF">2025-09-24T20:54:23Z</dcterms:created>
  <dcterms:modified xsi:type="dcterms:W3CDTF">2025-10-03T21:41:06Z</dcterms:modified>
</cp:coreProperties>
</file>