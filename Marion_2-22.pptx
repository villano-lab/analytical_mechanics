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86" d="100"/>
          <a:sy n="86" d="100"/>
        </p:scale>
        <p:origin x="408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BA87A-1A19-193C-E265-A074426A3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0669A8-17BA-044F-ECA4-244D427D97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C76D9-505A-5AC3-371F-4D420741E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C7558-42AC-B282-3DC1-1C79E9912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35ACA-C5D6-489B-15E6-7273529E3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09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42BC-92FE-D923-5B7F-F9D3A8D32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5827D-80D1-DEC8-1D3E-AAF13899F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3D3F1-7EFB-324D-D816-AAF1881B7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BB3E-23BE-6ECA-B2F7-3EB7A882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0A41D-D806-AC43-87E3-C0E9296C8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91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2655C-315F-954B-3E42-735F0B589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69007-2D1D-E2E6-C5E8-948D5AA00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451B6-C64C-8881-FD59-654BDD07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CAA3B-6E69-3234-13B8-9D46B1BB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1E6AC-0B43-7284-5D5D-1496FD69E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3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FE3CB-CEF9-595A-0E1E-012E151F4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0613E-4759-B54C-EE26-7C0CBB1ADE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6C8934-9D37-FE3B-9C7E-B3C6C7D58B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692EB-16D3-6B50-C03C-807FE105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DB10D-34B2-113D-1941-462BBA946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097F71-16DD-41E4-4CA2-0A6EFEE4B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39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B9F1D-A8CA-5BA5-8134-4C0730A0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7BA824-E8A9-02A4-4BDE-F62F0936C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85BB1-E5C9-1CA3-4699-AF6A3141E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0259D-0566-5FE1-11FB-F018207066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6A6C-5BD4-44C5-406B-0BC0BCE98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1CB2E9-04FE-2281-4697-B2DC4951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9553E8-9A47-13A1-B916-FD2D98540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43EB2-D09A-F9A0-B100-3026AA6F5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10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94D5D-B677-15CB-3C15-F95A3C796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9D67D1-E4EE-36E7-7DA5-F99BBCEEA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BE2EF-DEFF-9896-4D6A-9C188E22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75C1A5-A46D-CFAC-0493-46EFC3D99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56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98FFAF-6979-2FF4-A3CB-57259C166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4FACD-C335-A3D1-7735-32937E8CC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891E8-A2FB-E699-6C07-6DB27D741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3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97E0-59B8-5264-1F0E-1E452957A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4776A-0EAC-23C7-4F5A-57927F5B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3818C-1282-38FC-FE89-ED110A509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9F586-18DC-505B-0DEB-5358BFE71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06689-9459-7376-5007-827260302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D91E8-15FB-5906-62DC-B55609683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36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2EB7F-D25D-0597-2637-33DDB171B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5FF88-17FC-68BA-B323-F793F4A1DD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27A4A-D21D-C4FD-C35C-88458EE19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925C56-9BA5-9B63-770B-2B6945191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2F862-C0B6-732E-3EE4-50CB0289E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DE509F-9930-02F1-79C7-E10C25B5C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8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44ED4-F0DD-7210-5190-B3CBCBAE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5B6B07-4611-0258-B6ED-D42D39BF5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55D83-AF63-D5CA-8CEE-DE8DB79A2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C6A82-2BE9-541F-832F-0995192AC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6AC9D-C3C8-27ED-B141-3E4A660B2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4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A87E45-3A3F-3237-AB7F-F89F787462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727E3C-52A5-89E4-C941-C83418EF4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579986-4702-601B-6801-624D99879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E17AE-367E-BA28-64F0-CA4EE008D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A51F-9DAC-A967-479D-8691DECB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30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C422F2-B3AF-436E-F8E0-E1D52C61F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82B15-9DC8-0C7E-BBE2-EED8FDE31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C676C-08CA-5E67-8208-6416CABB5A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D0A22-8AA9-F24B-8D1F-6D6F4F6E72BF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D9E185-80AB-CE14-4931-EEA9990789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BCFB0-7F51-E896-8BB2-34797B27B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0AAEC9-609C-5642-8747-C1C8D5F472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654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362285-79FC-79EA-8EBE-E44594AEC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4161" y="1527191"/>
            <a:ext cx="5245401" cy="3803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35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4</cp:revision>
  <dcterms:created xsi:type="dcterms:W3CDTF">2025-09-24T20:54:23Z</dcterms:created>
  <dcterms:modified xsi:type="dcterms:W3CDTF">2025-09-24T21:22:54Z</dcterms:modified>
</cp:coreProperties>
</file>